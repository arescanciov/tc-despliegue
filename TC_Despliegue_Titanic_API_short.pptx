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escanciov/tc-despliegue" TargetMode="External"/><Relationship Id="rId3" Type="http://schemas.openxmlformats.org/officeDocument/2006/relationships/hyperlink" Target="https://titanic-api-xzch.onrender.com/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itanic-api-xzch.onrender.com/doc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itanic-api-xzch.onrender.com/predict_get?Pclass=1&amp;Sex=female&amp;Age=29&amp;Fare=10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rescanciov/tc-despliegue" TargetMode="External"/><Relationship Id="rId2" Type="http://schemas.openxmlformats.org/officeDocument/2006/relationships/hyperlink" Target="https://titanic-api-xzch.onrender.com/" TargetMode="External"/><Relationship Id="rId3" Type="http://schemas.openxmlformats.org/officeDocument/2006/relationships/hyperlink" Target="https://titanic-api-xzch.onrender.com/doc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shi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6675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CHALLENGE FINAL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24688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de un modelo de ML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API REST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supervivencia del Titanic · FastAPI · Render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512064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>
            <a:hlinkClick r:id="rId2" tooltip=""/>
          </p:cNvPr>
          <p:cNvSpPr/>
          <p:nvPr/>
        </p:nvSpPr>
        <p:spPr>
          <a:xfrm>
            <a:off x="777240" y="5120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0B6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Repositorio en GitHub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794760" y="51206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>
            <a:hlinkClick r:id="rId3" tooltip=""/>
          </p:cNvPr>
          <p:cNvSpPr/>
          <p:nvPr/>
        </p:nvSpPr>
        <p:spPr>
          <a:xfrm>
            <a:off x="3931920" y="5120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0B6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API en vivo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LA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endpoint, una predicción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puede hacer una petición HTTP y recibir la predicción del modelo — sin instalar nada.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05840" cy="502920"/>
          </a:xfrm>
          <a:prstGeom prst="roundRect">
            <a:avLst>
              <a:gd name="adj" fmla="val 49091"/>
            </a:avLst>
          </a:prstGeom>
          <a:solidFill>
            <a:srgbClr val="1E8E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28800" y="22677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226771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con la lista de endpoints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99232"/>
            <a:ext cx="1005840" cy="502920"/>
          </a:xfrm>
          <a:prstGeom prst="roundRect">
            <a:avLst>
              <a:gd name="adj" fmla="val 4909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9923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28800" y="298094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/predict_get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98094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vía query string (requests.get)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1005840" cy="502920"/>
          </a:xfrm>
          <a:prstGeom prst="roundRect">
            <a:avLst>
              <a:gd name="adj" fmla="val 49091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1246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28800" y="36941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369417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vía JSON en el body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562856"/>
            <a:ext cx="108813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791456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777240" y="479145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0B6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Probar en /docs (Swagger)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023360" y="479145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interactiva autogenerada por FastAPI.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GitHub a una URL pública en 3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a main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vive en un repo de GitHub con requirements.txt.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7680" y="2651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construye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97680" y="3108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 · Python 3.11.9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55280" y="2651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Queda en vivo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955280" y="3108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app:app --host 0.0.0.0 --port $PORT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0916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gratuito se duerme tras 15 min sin uso (30-60s en despertar). Se abre la URL un par de minutos antes de cualquier demo.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Pruébalo tú mismo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77724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0B6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Abrir ejemplo en vivo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212080" cy="3108960"/>
          </a:xfrm>
          <a:prstGeom prst="roundRect">
            <a:avLst>
              <a:gd name="adj" fmla="val 4118"/>
            </a:avLst>
          </a:prstGeom>
          <a:solidFill>
            <a:srgbClr val="F4F7F9"/>
          </a:solidFill>
          <a:ln w="19050">
            <a:solidFill>
              <a:srgbClr val="1E8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clase · mujer · 29 años · tarifa 100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supervivencia → sobrevive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331720"/>
            <a:ext cx="5212080" cy="3108960"/>
          </a:xfrm>
          <a:prstGeom prst="roundRect">
            <a:avLst>
              <a:gd name="adj" fmla="val 4118"/>
            </a:avLst>
          </a:prstGeom>
          <a:solidFill>
            <a:srgbClr val="F4F7F9"/>
          </a:solidFill>
          <a:ln w="19050">
            <a:solidFill>
              <a:srgbClr val="B23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560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clase · hombre · 22 años · tarifa 7.25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0632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537960" y="4251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supervivencia → no sobrevive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enlaces del proyecto: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23408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(GitHub)</a:t>
            </a:r>
            <a:endParaRPr lang="en-US" sz="14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393192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D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https://github.com/arescanciov/tc-despliegue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93522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 vivo</a:t>
            </a:r>
            <a:endParaRPr lang="en-US" sz="1400" dirty="0"/>
          </a:p>
        </p:txBody>
      </p:sp>
      <p:sp>
        <p:nvSpPr>
          <p:cNvPr id="9" name="Text 7">
            <a:hlinkClick r:id="rId2" tooltip=""/>
          </p:cNvPr>
          <p:cNvSpPr/>
          <p:nvPr/>
        </p:nvSpPr>
        <p:spPr>
          <a:xfrm>
            <a:off x="393192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D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https://titanic-api-xzch.onrender.com/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352958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(/docs)</a:t>
            </a:r>
            <a:endParaRPr lang="en-US" sz="140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39319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D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https://titanic-api-xzch.onrender.com/docs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2026-09-14T08:31:00Z</dcterms:created>
  <dcterms:modified xsi:type="dcterms:W3CDTF">2026-09-14T08:31:00Z</dcterms:modified>
</cp:coreProperties>
</file>